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50" d="100"/>
          <a:sy n="50" d="100"/>
        </p:scale>
        <p:origin x="1188" y="1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7AA696-6B5B-4D10-9A09-484D25BFADFD}" type="datetimeFigureOut">
              <a:rPr lang="fr-FR" smtClean="0"/>
              <a:t>30/08/2026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BDB04D-509A-44BC-9008-6797BF5E67C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3425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BDB04D-509A-44BC-9008-6797BF5E67C9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495376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82EC430-B051-59D2-0774-37F3525B1B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47C7BC8-6E14-1BF1-9A84-70EAC5A7DE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AFEDAD0-39D0-2C0C-FF07-68C23144B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F472A-D3F9-4DA2-8A98-E3AFB8853B5C}" type="datetimeFigureOut">
              <a:rPr lang="fr-FR" smtClean="0"/>
              <a:t>30/08/2026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2C7065E-104C-DF6F-E76A-970A13D6F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904B219-636A-6BA5-4A81-8DBAF453C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1C22F-3186-4652-828E-9C8468449E2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91644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F722AD-3B35-4482-0E8A-946053C2D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03CE192-1E0A-A05B-CF02-3D4CC4FDD4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66FEF0A-6995-D0B6-B7A6-F181807CE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F472A-D3F9-4DA2-8A98-E3AFB8853B5C}" type="datetimeFigureOut">
              <a:rPr lang="fr-FR" smtClean="0"/>
              <a:t>30/08/2026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518F362-8DC4-C56D-3D65-D80F58070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8F10823-9C11-827F-C03A-0A436713F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1C22F-3186-4652-828E-9C8468449E2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17095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E38069C-132F-645E-440B-A0C6DC628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7F0E746-1B29-29D7-E895-46D45973E5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B24EB2B-CFA2-DE9E-74ED-E4303B6A4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F472A-D3F9-4DA2-8A98-E3AFB8853B5C}" type="datetimeFigureOut">
              <a:rPr lang="fr-FR" smtClean="0"/>
              <a:t>30/08/2026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3D7DA5C-9FDF-E375-31A5-D5090E766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D887D7D-E47E-D632-B299-EEA75A222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1C22F-3186-4652-828E-9C8468449E2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014296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85A19CC-6FAD-9337-C593-995C1A6BB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367A07E-6724-412B-7E83-A41F397DA4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AE461EA-A964-F459-F988-555A5DD1EC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14B8A15-0503-C221-8282-A7B885062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F472A-D3F9-4DA2-8A98-E3AFB8853B5C}" type="datetimeFigureOut">
              <a:rPr lang="fr-FR" smtClean="0"/>
              <a:t>30/08/2026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725DF9B-E1DB-3889-BC41-404F5D661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E4F9E21-A81F-D9D9-B7E6-348482449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1C22F-3186-4652-828E-9C8468449E2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00589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990BA23-2C13-82E5-A612-CF72940D9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0F74873-6530-DFDD-1529-AF4C84FBAB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32F60B1-5278-F60D-5FDB-1C9F6B07B8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EDEAC07-5B77-0215-76B0-2D8DE124D4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D1A5C0DE-37A5-F336-9BCF-B65600A682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0BC3036D-69E6-E5FC-B449-DFE412DC4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F472A-D3F9-4DA2-8A98-E3AFB8853B5C}" type="datetimeFigureOut">
              <a:rPr lang="fr-FR" smtClean="0"/>
              <a:t>30/08/2026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E3D5517F-6A0E-CF94-75CE-AAA82764E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5F8F72DC-435C-12B3-4B6F-02FA1DD1C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1C22F-3186-4652-828E-9C8468449E2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50887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5A82C3E-0976-64EF-FE91-C63B5E6CD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00608E0-809C-493F-10AF-2C6580597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F472A-D3F9-4DA2-8A98-E3AFB8853B5C}" type="datetimeFigureOut">
              <a:rPr lang="fr-FR" smtClean="0"/>
              <a:t>30/08/2026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CD452B7-60CE-91F9-5F07-CC33B8C3D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DF9807E-94CC-E2D2-2494-4081859E5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1C22F-3186-4652-828E-9C8468449E2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30037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DE2D45C5-8897-8E67-7D85-2F0CB055F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F472A-D3F9-4DA2-8A98-E3AFB8853B5C}" type="datetimeFigureOut">
              <a:rPr lang="fr-FR" smtClean="0"/>
              <a:t>30/08/2026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8FC925A-2397-ECF6-8C6B-1078EF8CB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9D2E230-7DC4-87B7-AE81-5D38E8BE9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1C22F-3186-4652-828E-9C8468449E2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18471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AE294BF-DEF2-0F28-E5DC-82D606A9C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719F42F-FA5D-5546-406C-BE7C5085BE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4073B94-92EC-7C49-93D5-448084C5CD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57114C6-2328-DE90-680E-8F26BC8AE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F472A-D3F9-4DA2-8A98-E3AFB8853B5C}" type="datetimeFigureOut">
              <a:rPr lang="fr-FR" smtClean="0"/>
              <a:t>30/08/2026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E4F2993-D161-D9A8-9D7E-4EFA7048F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E21189F-854F-5270-D291-9C02353BA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1C22F-3186-4652-828E-9C8468449E2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23612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F920ACA-16CA-D03A-2803-B33B25E2D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262E8E5C-DCE6-888B-F2F9-7BEFF24828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D3402B5-2247-D97D-8E26-EA15A4D0C6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CD3F80B-61F8-B8B1-0237-F780E20E3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F472A-D3F9-4DA2-8A98-E3AFB8853B5C}" type="datetimeFigureOut">
              <a:rPr lang="fr-FR" smtClean="0"/>
              <a:t>30/08/2026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AE7A4FA-F08D-00AA-967F-66DDECFBA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4454987-1B7F-B0B2-56B8-D630D2FBA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1C22F-3186-4652-828E-9C8468449E2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4248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8CB7953-9AE0-A971-DAF4-C7050864F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643E3A6-A859-2A36-D77B-F9C8DB5A94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9EDA852-0D19-D811-8B67-BD983F9CB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F472A-D3F9-4DA2-8A98-E3AFB8853B5C}" type="datetimeFigureOut">
              <a:rPr lang="fr-FR" smtClean="0"/>
              <a:t>30/08/2026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E0DBEF2-3F6E-CB34-A625-BDE251966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87731EC-36A3-04AC-8D18-EB19A3111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1C22F-3186-4652-828E-9C8468449E2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327554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51BBE364-FDE5-A169-5117-38433654DA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7516EFF-A369-3804-79E4-76DD86B4F0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FFB07B4-B273-01E4-B1E5-AB5DBC7B5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F472A-D3F9-4DA2-8A98-E3AFB8853B5C}" type="datetimeFigureOut">
              <a:rPr lang="fr-FR" smtClean="0"/>
              <a:t>30/08/2026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BF720C3-453C-7AEE-6A1B-EF889B726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AB6FD4A-6CFF-FA3B-A1F5-BF60B6A3B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1C22F-3186-4652-828E-9C8468449E2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4270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2FB8B26E-1FF1-07AF-8568-1732482BE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2BB55F8-444C-515B-E5D8-4BA16B1E97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4B2EFBC-2F8D-6346-E0E7-D04DFC15CF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CF472A-D3F9-4DA2-8A98-E3AFB8853B5C}" type="datetimeFigureOut">
              <a:rPr lang="fr-FR" smtClean="0"/>
              <a:t>30/08/2026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BB3A7A1-0218-7FE2-7F1A-ACCF878E5C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4797CE5-CBE8-BA92-0284-9C02AC98BE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51C22F-3186-4652-828E-9C8468449E2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60446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832410C5-A99F-BB13-562E-F969628A83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2213"/>
            <a:ext cx="5314950" cy="2543074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0DC366BD-0999-21DC-3CD8-83786339D8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170" y="3055286"/>
            <a:ext cx="9923292" cy="1937907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0504796C-D47B-CDF9-00C6-371E073F96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9530" y="5236270"/>
            <a:ext cx="4062412" cy="1462734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546CBF78-6D58-E840-4C14-F577FAF9995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6440" y="414794"/>
            <a:ext cx="6234112" cy="1823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3501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BEAE2F18-A448-377E-22AF-6584CC4848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3573" y="363623"/>
            <a:ext cx="7624854" cy="3648308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DB038059-F29E-3CDC-50EB-A37AB077F0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0007" y="4160520"/>
            <a:ext cx="6951986" cy="2503170"/>
          </a:xfrm>
          <a:prstGeom prst="rect">
            <a:avLst/>
          </a:prstGeom>
        </p:spPr>
      </p:pic>
      <p:sp>
        <p:nvSpPr>
          <p:cNvPr id="8" name="Ellipse 7">
            <a:extLst>
              <a:ext uri="{FF2B5EF4-FFF2-40B4-BE49-F238E27FC236}">
                <a16:creationId xmlns:a16="http://schemas.microsoft.com/office/drawing/2014/main" id="{7F7965C2-CA44-2BD9-EB16-A8EFA97954AD}"/>
              </a:ext>
            </a:extLst>
          </p:cNvPr>
          <p:cNvSpPr/>
          <p:nvPr/>
        </p:nvSpPr>
        <p:spPr>
          <a:xfrm>
            <a:off x="6867737" y="2465493"/>
            <a:ext cx="228600" cy="22860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FE2BEF09-82B9-6152-5427-EFD2B0432D77}"/>
              </a:ext>
            </a:extLst>
          </p:cNvPr>
          <p:cNvSpPr/>
          <p:nvPr/>
        </p:nvSpPr>
        <p:spPr>
          <a:xfrm>
            <a:off x="5981700" y="6089226"/>
            <a:ext cx="228600" cy="22860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528B3BFA-B9BB-579D-5BFD-495FE958B66A}"/>
              </a:ext>
            </a:extLst>
          </p:cNvPr>
          <p:cNvSpPr/>
          <p:nvPr/>
        </p:nvSpPr>
        <p:spPr>
          <a:xfrm>
            <a:off x="4072254" y="5974926"/>
            <a:ext cx="228600" cy="228600"/>
          </a:xfrm>
          <a:prstGeom prst="ellips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968B2516-DB91-E47A-F3BB-F64D21F80747}"/>
              </a:ext>
            </a:extLst>
          </p:cNvPr>
          <p:cNvSpPr/>
          <p:nvPr/>
        </p:nvSpPr>
        <p:spPr>
          <a:xfrm>
            <a:off x="3843654" y="3024717"/>
            <a:ext cx="228600" cy="228600"/>
          </a:xfrm>
          <a:prstGeom prst="ellips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88C3D33-5079-EB7C-60A0-06D05CF8CC01}"/>
              </a:ext>
            </a:extLst>
          </p:cNvPr>
          <p:cNvSpPr/>
          <p:nvPr/>
        </p:nvSpPr>
        <p:spPr>
          <a:xfrm>
            <a:off x="4622799" y="6063825"/>
            <a:ext cx="541867" cy="57446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84E90F-927E-BE79-E216-E0F85D196C07}"/>
              </a:ext>
            </a:extLst>
          </p:cNvPr>
          <p:cNvSpPr/>
          <p:nvPr/>
        </p:nvSpPr>
        <p:spPr>
          <a:xfrm>
            <a:off x="7730067" y="2720551"/>
            <a:ext cx="601133" cy="53276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Signe de multiplication 13">
            <a:extLst>
              <a:ext uri="{FF2B5EF4-FFF2-40B4-BE49-F238E27FC236}">
                <a16:creationId xmlns:a16="http://schemas.microsoft.com/office/drawing/2014/main" id="{3EDF1FD2-4B60-385E-2CAD-60225D8193FB}"/>
              </a:ext>
            </a:extLst>
          </p:cNvPr>
          <p:cNvSpPr/>
          <p:nvPr/>
        </p:nvSpPr>
        <p:spPr>
          <a:xfrm flipH="1">
            <a:off x="2891153" y="6317826"/>
            <a:ext cx="304800" cy="304800"/>
          </a:xfrm>
          <a:prstGeom prst="mathMultiply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Signe de multiplication 14">
            <a:extLst>
              <a:ext uri="{FF2B5EF4-FFF2-40B4-BE49-F238E27FC236}">
                <a16:creationId xmlns:a16="http://schemas.microsoft.com/office/drawing/2014/main" id="{ACF6817C-B843-8FF4-05E1-E341BD6FBA66}"/>
              </a:ext>
            </a:extLst>
          </p:cNvPr>
          <p:cNvSpPr/>
          <p:nvPr/>
        </p:nvSpPr>
        <p:spPr>
          <a:xfrm flipH="1">
            <a:off x="2467607" y="2986617"/>
            <a:ext cx="304800" cy="304800"/>
          </a:xfrm>
          <a:prstGeom prst="mathMultiply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Signe de multiplication 15">
            <a:extLst>
              <a:ext uri="{FF2B5EF4-FFF2-40B4-BE49-F238E27FC236}">
                <a16:creationId xmlns:a16="http://schemas.microsoft.com/office/drawing/2014/main" id="{C059D32A-EA34-44BA-F206-A5DDB38694B0}"/>
              </a:ext>
            </a:extLst>
          </p:cNvPr>
          <p:cNvSpPr/>
          <p:nvPr/>
        </p:nvSpPr>
        <p:spPr>
          <a:xfrm flipH="1">
            <a:off x="9419593" y="3024717"/>
            <a:ext cx="304800" cy="304800"/>
          </a:xfrm>
          <a:prstGeom prst="mathMultiply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385066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Grand écran</PresentationFormat>
  <Paragraphs>1</Paragraphs>
  <Slides>2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Thème Office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Xavier Pessoles</dc:creator>
  <cp:lastModifiedBy>Xavier Pessoles</cp:lastModifiedBy>
  <cp:revision>1</cp:revision>
  <dcterms:created xsi:type="dcterms:W3CDTF">2026-08-30T19:31:43Z</dcterms:created>
  <dcterms:modified xsi:type="dcterms:W3CDTF">2026-08-30T19:58:21Z</dcterms:modified>
</cp:coreProperties>
</file>